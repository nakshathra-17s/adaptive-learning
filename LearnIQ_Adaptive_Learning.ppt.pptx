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Medium"/>
      <p:regular r:id="rId201314"/>
    </p:embeddedFont>
    <p:embeddedFont>
      <p:font typeface="Roboto"/>
      <p:regular r:id="rId201315"/>
    </p:embeddedFont>
    <p:embeddedFont>
      <p:font typeface="Robo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q-nrwt.onrender.com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iq-nrwt.onrender.com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0233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LearnIQ — Adaptive Learning, Reimagined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88134"/>
            <a:ext cx="6296860" cy="1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differently. Learn better. A focused adaptive learning MVP that personalizes content, pace, and support for every student. Built for clear demos and reliable classroom impact.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 Mysuru Crew • Demo: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https://learniq-nrwt.onrender.com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801588"/>
            <a:ext cx="6296860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Problem: One Size Doesn’t Fit All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06438"/>
            <a:ext cx="3063104" cy="20937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85278" y="1641078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66356" y="2224584"/>
            <a:ext cx="265334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Different learners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66356" y="2607370"/>
            <a:ext cx="2653341" cy="787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learn visually, verbally, or by doing — one lesson rarely serves them all.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5131" y="1506438"/>
            <a:ext cx="3063203" cy="20937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9034" y="1641078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100013" y="2224584"/>
            <a:ext cx="2653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Different levels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4100013" y="2607370"/>
            <a:ext cx="2653440" cy="787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Beginners need foundations; advanced students need application and challenge.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70709"/>
            <a:ext cx="6296860" cy="1568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02205" y="3905349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866356" y="4488855"/>
            <a:ext cx="58870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Delayed intervention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866356" y="4871641"/>
            <a:ext cx="5887096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continuous checks, gaps stay hidden until they widen.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61475" y="5531048"/>
            <a:ext cx="6296860" cy="52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Who is affected?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School students receiving identical content despite diverse needs.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922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 Users — Designed for Real Students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09726"/>
            <a:ext cx="736582" cy="92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2409726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Explorer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2818408"/>
            <a:ext cx="1567121" cy="1984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Likes figuring things out; learns by discovery. Benefit: open-ended tasks and exploratory modules.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09726"/>
            <a:ext cx="736582" cy="920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2409726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Visualizer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2818408"/>
            <a:ext cx="1567220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Prefers pictures &amp; examples. Benefit: diagrams, mind maps, and visual guides.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09726"/>
            <a:ext cx="736582" cy="920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2409726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Challenger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2818408"/>
            <a:ext cx="1567220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Wants problems to solve. Benefit: scaffolded challenges and application tasks.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09726"/>
            <a:ext cx="736582" cy="920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2409726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Storyteller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2818408"/>
            <a:ext cx="156722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Likes explanations as stories. Benefit: narrative examples and contextualized problems.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015309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Accessibility choices: English / Kannada, variable video durations, text or voice questions.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28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Solution: A Guided, Adaptive Journey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443236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27991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Tutor + Final Quiz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27991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Personalized Lesson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27991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Diagnostic Quiz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43275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Choose Style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43275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Register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03776"/>
            <a:ext cx="10868745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checkpoint updates the student profile—style + diagnostic score determine level and content. Deliverables for Trigonometry MVP: Video, PDF notes, mind map, and visual guide.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22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 — Simple, Demonstrable MVP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61802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2592189"/>
            <a:ext cx="5770220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data flow: Registration → Style → Topic → Diagnostic → Level → Lesson → Tutor → Quiz → Progress.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614863"/>
            <a:ext cx="3496877" cy="1649809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481022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5218906"/>
            <a:ext cx="310616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• CSS • JavaScript — lightweight and deployable offline for core flows.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4614863"/>
            <a:ext cx="3496877" cy="1649809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42716" y="481022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542716" y="5218906"/>
            <a:ext cx="3106164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routes • quiz logic • SQLite for simple, fast storage.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33244" y="4614863"/>
            <a:ext cx="3496877" cy="1649809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8600" y="481022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Layer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228600" y="5218906"/>
            <a:ext cx="310616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Constrained prompts + topic-limited generation for personalized explanations and tutor responses.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45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Hard Constraints — Clear MVP Boundaries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91332"/>
            <a:ext cx="10868745" cy="1116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262" y="167511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614249" y="1502767"/>
            <a:ext cx="97045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Hallucination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14249" y="1903313"/>
            <a:ext cx="97045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Mitigation: Topic-limited prompts + school-level explanations. Status: Partial — monitoring required.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90899"/>
            <a:ext cx="10868745" cy="11164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6262" y="2974677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1614249" y="2802334"/>
            <a:ext cx="97045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Bad Input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14249" y="3202880"/>
            <a:ext cx="97045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Mitigation: Input validation and restricted prompts. Status: Partial — refine validation rules.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90466"/>
            <a:ext cx="10868745" cy="11164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6262" y="4274245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1614249" y="4101902"/>
            <a:ext cx="97045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Personalization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14249" y="4502448"/>
            <a:ext cx="97045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Approach: Style + diagnostic score drives lesson selection. Status: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Handled for MVP flows.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90034"/>
            <a:ext cx="10868745" cy="11164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6262" y="5573812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150" dirty="0"/>
          </a:p>
        </p:txBody>
      </p:sp>
      <p:sp>
        <p:nvSpPr>
          <p:cNvPr id="17" name="Text 11"/>
          <p:cNvSpPr/>
          <p:nvPr/>
        </p:nvSpPr>
        <p:spPr>
          <a:xfrm>
            <a:off x="1614249" y="5401469"/>
            <a:ext cx="97045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Offline Access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614249" y="5802015"/>
            <a:ext cx="97045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frontend loads locally; AI features require network. Status: Partial — explore caching for offline resources.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8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Decision: Focus the MVP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7258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179070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Scope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75723" y="2199382"/>
            <a:ext cx="10254497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subject: Trigonometry — deeper, reliable demos beat shallow multi-subject breadth.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608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5723" y="2925763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Personalization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75723" y="3334445"/>
            <a:ext cx="10254497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level + constrained AI content for explainability and speed.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9593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723" y="4060825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Content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5723" y="4469507"/>
            <a:ext cx="10254497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Curated videos for reliability; LLMs generate structured text and tutor prompts under tight guardrails.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13099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5723" y="5195888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Deployment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5604570"/>
            <a:ext cx="10254497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storage and Flask backend for simple, low-cost demos and easy hosting.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6129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Proof It Works — Where We Are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1475" y="1417241"/>
            <a:ext cx="189007" cy="1134070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9489" y="160625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Registration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39489" y="2014934"/>
            <a:ext cx="5918846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and settings persist across the session.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44936" y="2740323"/>
            <a:ext cx="189007" cy="1134070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22950" y="2929334"/>
            <a:ext cx="56353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Adaptive Path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322950" y="3338016"/>
            <a:ext cx="563538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 + diagnostic score map to a level and lesson sequence.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228496" y="4063405"/>
            <a:ext cx="189007" cy="1353641"/>
          </a:xfrm>
          <a:prstGeom prst="roundRect">
            <a:avLst>
              <a:gd name="adj" fmla="val 4200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6510" y="4252416"/>
            <a:ext cx="535182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Learning Hub &amp; Tutor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606510" y="4661098"/>
            <a:ext cx="5351825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Format, duration, and language choices are captured; topic-specific queries return contextual demo responses.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5629672"/>
            <a:ext cx="6296860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proof point: Generate AI-produced PDF + mind map + fully personalized lesson for a demo classroom.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70309"/>
            <a:ext cx="6296860" cy="8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Limits &amp; Scale — Engineering Challenges Ahead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22648"/>
            <a:ext cx="425241" cy="425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8005" y="1822648"/>
            <a:ext cx="232443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Content scale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278005" y="2241451"/>
            <a:ext cx="2324439" cy="7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subjects increase validation and review needs; build topic-specific pipelines.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74814"/>
            <a:ext cx="425241" cy="4252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8005" y="3274814"/>
            <a:ext cx="232443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cost &amp; latency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278005" y="3693616"/>
            <a:ext cx="2324439" cy="7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caching, batching, and structured prompts to reduce calls and delay.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26980"/>
            <a:ext cx="425241" cy="4252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8005" y="4726980"/>
            <a:ext cx="232443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 signals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278005" y="5145782"/>
            <a:ext cx="2324439" cy="96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rules may miss subtle gaps; invest in richer assessment and longitudinal analytics.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023716" y="1788120"/>
            <a:ext cx="2940969" cy="96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path highlights: topic pipelines, caching + prompt engineering, and longitudinal analytics to surface subtle learning gaps.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7049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What’s Next &amp; Disclosure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61475" y="1603474"/>
            <a:ext cx="642624" cy="964009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2289" y="193486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440620" y="1764109"/>
            <a:ext cx="100896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Pilot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440620" y="2096988"/>
            <a:ext cx="100896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 focused pilot: one school or ward to validate engagement and outcomes.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2704009"/>
            <a:ext cx="642624" cy="964009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2289" y="303539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440620" y="2864644"/>
            <a:ext cx="100896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Content Expansion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40620" y="3197523"/>
            <a:ext cx="100896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validated subjects, Kannada content, and curated videos reviewed by educators.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3804543"/>
            <a:ext cx="642624" cy="964009"/>
          </a:xfrm>
          <a:prstGeom prst="roundRect">
            <a:avLst>
              <a:gd name="adj" fmla="val 50000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89" y="4135934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440620" y="3965178"/>
            <a:ext cx="100896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Real-time Intervention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40620" y="4298057"/>
            <a:ext cx="100896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input, reminders, and stronger progress analytics for timely teacher actions.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4922143"/>
            <a:ext cx="1147833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Disclosure: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outputs are constrained, topic-limited, and reviewed before classroom use. Visit the working demo at </a:t>
            </a:r>
            <a:pPr algn="l" indent="0" marL="0">
              <a:lnSpc>
                <a:spcPct val="116000"/>
              </a:lnSpc>
              <a:buNone/>
            </a:pPr>
            <a:r>
              <a:rPr lang="en-US" sz="125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learniq-nrwt.onrender.com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5298579"/>
            <a:ext cx="10868745" cy="562372"/>
          </a:xfrm>
          <a:prstGeom prst="roundRect">
            <a:avLst>
              <a:gd name="adj" fmla="val 11999"/>
            </a:avLst>
          </a:prstGeom>
          <a:solidFill>
            <a:srgbClr val="D9EDF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06" y="5486995"/>
            <a:ext cx="200814" cy="1606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83551" y="5475188"/>
            <a:ext cx="1079562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Focused scope now → stronger, demonstrable impact sooner. Ready to pilot.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A6B7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2026-09-27T02:51:43Z</dcterms:created>
  <dcterms:modified xsi:type="dcterms:W3CDTF">2026-09-27T02:51:43Z</dcterms:modified>
</cp:coreProperties>
</file>